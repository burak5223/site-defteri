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AKILLI SİTE YÖNETİM SİSTEMİ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Entegre Web, Mobil ve Süper Admin Platformu</a:t>
            </a:r>
          </a:p>
          <a:p/>
          <a:p>
            <a:r>
              <a:t>[Öğrenci Adınız]</a:t>
            </a:r>
          </a:p>
          <a:p>
            <a:r>
              <a:t>[Danışman Adı]</a:t>
            </a:r>
          </a:p>
          <a:p>
            <a:r>
              <a:t>Mayıs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İÇİNDEKİLER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1. Proje Tanımı ve Amacı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2. Problem Tanımı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3. Çözüm Yaklaşımı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4. Sistem Mimarisi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5. Temel Özellikler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6. Kullanılan Teknolojiler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7. Kullanıcı Rolleri ve Yetkiler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8. Öne Çıkan Modüller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9. Güvenlik ve Performans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10. Demo ve Ekran Görüntüleri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11. Sonuç ve Gelecek Planları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 NEDİR?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📱 Akıllı Site Yönetim Sistemi - Apartman ve sitelerin tüm operasyonel süreçlerini dijitalleştiren kapsamlı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3 Ana Platform: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Mobil Uygulama (React Native)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Web Yönetim Paneli (Next.js)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Süper Admin Paneli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🏢 Çoklu Site Yönetimi: Tek platformdan birden fazla site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👥 Rol Bazlı Erişim: Admin, Sakin, Güvenlik, Temizlik, Süper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NEDEN BU PROJE?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❌ PROBLEMLER: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• Kağıt bazlı yönetim</a:t>
            </a:r>
          </a:p>
          <a:p>
            <a:pPr>
              <a:spcAft>
                <a:spcPts val="600"/>
              </a:spcAft>
              <a:defRPr sz="1600"/>
            </a:pPr>
            <a:r>
              <a:t>• İletişim kopuklukları</a:t>
            </a:r>
          </a:p>
          <a:p>
            <a:pPr>
              <a:spcAft>
                <a:spcPts val="600"/>
              </a:spcAft>
              <a:defRPr sz="1600"/>
            </a:pPr>
            <a:r>
              <a:t>• Aidat takip zorlukları</a:t>
            </a:r>
          </a:p>
          <a:p>
            <a:pPr>
              <a:spcAft>
                <a:spcPts val="600"/>
              </a:spcAft>
              <a:defRPr sz="1600"/>
            </a:pPr>
            <a:r>
              <a:t>• Paket yönetimi karmaşıklığı</a:t>
            </a:r>
          </a:p>
          <a:p>
            <a:pPr>
              <a:spcAft>
                <a:spcPts val="600"/>
              </a:spcAft>
              <a:defRPr sz="1600"/>
            </a:pPr>
            <a:r>
              <a:t>• Finansal raporlama eksikliği</a:t>
            </a:r>
          </a:p>
          <a:p>
            <a:pPr>
              <a:spcAft>
                <a:spcPts val="600"/>
              </a:spcAft>
              <a:defRPr sz="1600"/>
            </a:pPr>
            <a:r>
              <a:t>• Personel koordinasyon sorunları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✅ ÇÖZÜMLER: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• Tamamen dijital süreç</a:t>
            </a:r>
          </a:p>
          <a:p>
            <a:pPr>
              <a:spcAft>
                <a:spcPts val="600"/>
              </a:spcAft>
              <a:defRPr sz="1600"/>
            </a:pPr>
            <a:r>
              <a:t>• Anlık bildirimler</a:t>
            </a:r>
          </a:p>
          <a:p>
            <a:pPr>
              <a:spcAft>
                <a:spcPts val="600"/>
              </a:spcAft>
              <a:defRPr sz="1600"/>
            </a:pPr>
            <a:r>
              <a:t>• Otomatik aidat hesaplama</a:t>
            </a:r>
          </a:p>
          <a:p>
            <a:pPr>
              <a:spcAft>
                <a:spcPts val="600"/>
              </a:spcAft>
              <a:defRPr sz="1600"/>
            </a:pPr>
            <a:r>
              <a:t>• QR kod paket sistemi</a:t>
            </a:r>
          </a:p>
          <a:p>
            <a:pPr>
              <a:spcAft>
                <a:spcPts val="600"/>
              </a:spcAft>
              <a:defRPr sz="1600"/>
            </a:pPr>
            <a:r>
              <a:t>• Detaylı finansal raporlar</a:t>
            </a:r>
          </a:p>
          <a:p>
            <a:pPr>
              <a:spcAft>
                <a:spcPts val="600"/>
              </a:spcAft>
              <a:defRPr sz="1600"/>
            </a:pPr>
            <a:r>
              <a:t>• Görev yönetimi sistemi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SİSTEM MİMARİSİ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📱 KULLANICI KATMANI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Mobil App (React Native) | Web Panel (Next.js) | Super Admin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🔌 API KATMANI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Spring Boot + Java | REST API | JWT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🗄️ VERİTABANI KATMANI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MySQL Database | 40+ Tablo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ENTEGRASYON SERVİSLERİ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Firebase (Push) | Gemini AI | Telegram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KULLANILAN TEKNOLOJİLER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🔧 BACKEND:</a:t>
            </a:r>
          </a:p>
          <a:p>
            <a:pPr>
              <a:spcAft>
                <a:spcPts val="600"/>
              </a:spcAft>
              <a:defRPr sz="1600"/>
            </a:pPr>
            <a:r>
              <a:t>• Java 17 + Spring Boot 3.x</a:t>
            </a:r>
          </a:p>
          <a:p>
            <a:pPr>
              <a:spcAft>
                <a:spcPts val="600"/>
              </a:spcAft>
              <a:defRPr sz="1600"/>
            </a:pPr>
            <a:r>
              <a:t>• Spring Security + JWT</a:t>
            </a:r>
          </a:p>
          <a:p>
            <a:pPr>
              <a:spcAft>
                <a:spcPts val="600"/>
              </a:spcAft>
              <a:defRPr sz="1600"/>
            </a:pPr>
            <a:r>
              <a:t>• MySQL 8.0</a:t>
            </a:r>
          </a:p>
          <a:p>
            <a:pPr>
              <a:spcAft>
                <a:spcPts val="600"/>
              </a:spcAft>
              <a:defRPr sz="1600"/>
            </a:pPr>
            <a:r>
              <a:t>• Firebase Cloud Messaging</a:t>
            </a:r>
          </a:p>
          <a:p>
            <a:pPr>
              <a:spcAft>
                <a:spcPts val="600"/>
              </a:spcAft>
              <a:defRPr sz="1600"/>
            </a:pPr>
            <a:r>
              <a:t>• Google Gemini AI Vision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💻 FRONTEND (WEB):</a:t>
            </a:r>
          </a:p>
          <a:p>
            <a:pPr>
              <a:spcAft>
                <a:spcPts val="600"/>
              </a:spcAft>
              <a:defRPr sz="1600"/>
            </a:pPr>
            <a:r>
              <a:t>• Next.js 14 (React)</a:t>
            </a:r>
          </a:p>
          <a:p>
            <a:pPr>
              <a:spcAft>
                <a:spcPts val="600"/>
              </a:spcAft>
              <a:defRPr sz="1600"/>
            </a:pPr>
            <a:r>
              <a:t>• Tailwind CSS + Shadcn UI</a:t>
            </a:r>
          </a:p>
          <a:p>
            <a:pPr>
              <a:spcAft>
                <a:spcPts val="600"/>
              </a:spcAft>
              <a:defRPr sz="1600"/>
            </a:pPr>
            <a:r>
              <a:t>• Recharts (Grafikler)</a:t>
            </a:r>
          </a:p>
          <a:p>
            <a:pPr>
              <a:spcAft>
                <a:spcPts val="600"/>
              </a:spcAft>
              <a:defRPr sz="1600"/>
            </a:pPr>
            <a:r>
              <a:t>• React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📱 MOBILE:</a:t>
            </a:r>
          </a:p>
          <a:p>
            <a:pPr>
              <a:spcAft>
                <a:spcPts val="600"/>
              </a:spcAft>
              <a:defRPr sz="1600"/>
            </a:pPr>
            <a:r>
              <a:t>• React Native + Expo</a:t>
            </a:r>
          </a:p>
          <a:p>
            <a:pPr>
              <a:spcAft>
                <a:spcPts val="600"/>
              </a:spcAft>
              <a:defRPr sz="1600"/>
            </a:pPr>
            <a:r>
              <a:t>• React Navigation</a:t>
            </a:r>
          </a:p>
          <a:p>
            <a:pPr>
              <a:spcAft>
                <a:spcPts val="600"/>
              </a:spcAft>
              <a:defRPr sz="1600"/>
            </a:pPr>
            <a:r>
              <a:t>• TypeScript</a:t>
            </a:r>
          </a:p>
          <a:p>
            <a:pPr>
              <a:spcAft>
                <a:spcPts val="600"/>
              </a:spcAft>
              <a:defRPr sz="1600"/>
            </a:pPr>
            <a:r>
              <a:t>• Push Notifications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🚀 DEVOPS:</a:t>
            </a:r>
          </a:p>
          <a:p>
            <a:pPr>
              <a:spcAft>
                <a:spcPts val="600"/>
              </a:spcAft>
              <a:defRPr sz="1600"/>
            </a:pPr>
            <a:r>
              <a:t>• Docker</a:t>
            </a:r>
          </a:p>
          <a:p>
            <a:pPr>
              <a:spcAft>
                <a:spcPts val="600"/>
              </a:spcAft>
              <a:defRPr sz="1600"/>
            </a:pPr>
            <a:r>
              <a:t>• CI/CD Pipeline</a:t>
            </a:r>
          </a:p>
          <a:p>
            <a:pPr>
              <a:spcAft>
                <a:spcPts val="600"/>
              </a:spcAft>
              <a:defRPr sz="1600"/>
            </a:pPr>
            <a:r>
              <a:t>• Cloud Deployment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KULLANICI ROLLERİ VE YETKİLER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👑 SÜPER ADMIN: Tüm siteleri yönetme, sistem geneli raporlar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👨‍💼 SİTE YÖNETİCİSİ: Sakin yönetimi, aidat takip, duyurular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🏠 SAKİN: Aidat ödeme, arıza/talep, paket takibi, oylama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🛡️ GÜVENLİK: Ziyaretçi onay, paket teslim, görev takibi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🧹 TEMİZLİK: Görev listesi, tamamlanan işler, malzeme talepleri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TEMEL ÖZELLIKLER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👥 SAKİN YÖNETİMİ: Malik/Kiracı ayrımı, çoklu daire, profil yönetimi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💰 AİDAT YÖNETİMİ: Otomatik oluşturma, online ödeme, gecikme takibi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📢 DUYURU SİSTEMİ: Öncelik bazlı, push notification, okunma takibi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💬 MESAJLAŞMA: Sakin-Sakin, Sakin-Yönetim, blok bazlı mesajlar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TEMEL ÖZELLIKLER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📦 PAKET YÖNETİMİ: QR kod, AI kargo tanıma, otomatik bildirim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🔧 ARIZA/TALEP: Kategori bazlı, öncelik, durum takibi, fotoğraf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🚪 ZİYARETÇİ YÖNETİMİ: QR kod giriş, zaman sınırlı, güvenlik onayı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🗳️ E-OYLAMA: Dijital oylama, anonim/açık, sonuç grafikleri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ÖNE ÇIKAN YENİLİKLER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🤖 AI DESTEKLI KARGO TANIMA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Google Gemini Vision API | Otomatik bilgi çıkarma | %80+ doğruluk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🏢 ÇOKLU SİTE YÖNETİMİ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Tek platform | Site bazlı izolasyon | Merkezi raporlama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FİNANSAL ANALİTİK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Gelir/Gider takibi | Dönemsel raporlar | Excel export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GÖREV YÖNETİMİ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Personel atama | Durum takibi | Performans raporları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GÜVENLİK VE PERFORMANS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🔒 GÜVENLİK:</a:t>
            </a:r>
          </a:p>
          <a:p>
            <a:pPr>
              <a:spcAft>
                <a:spcPts val="600"/>
              </a:spcAft>
              <a:defRPr sz="1600"/>
            </a:pPr>
            <a:r>
              <a:t>• JWT Token Authentication</a:t>
            </a:r>
          </a:p>
          <a:p>
            <a:pPr>
              <a:spcAft>
                <a:spcPts val="600"/>
              </a:spcAft>
              <a:defRPr sz="1600"/>
            </a:pPr>
            <a:r>
              <a:t>• Role-Based Access Control</a:t>
            </a:r>
          </a:p>
          <a:p>
            <a:pPr>
              <a:spcAft>
                <a:spcPts val="600"/>
              </a:spcAft>
              <a:defRPr sz="1600"/>
            </a:pPr>
            <a:r>
              <a:t>• Site bazlı veri izolasyonu</a:t>
            </a:r>
          </a:p>
          <a:p>
            <a:pPr>
              <a:spcAft>
                <a:spcPts val="600"/>
              </a:spcAft>
              <a:defRPr sz="1600"/>
            </a:pPr>
            <a:r>
              <a:t>• SQL Injection koruması</a:t>
            </a:r>
          </a:p>
          <a:p>
            <a:pPr>
              <a:spcAft>
                <a:spcPts val="600"/>
              </a:spcAft>
              <a:defRPr sz="1600"/>
            </a:pPr>
            <a:r>
              <a:t>• Input validation</a:t>
            </a:r>
          </a:p>
          <a:p>
            <a:pPr>
              <a:spcAft>
                <a:spcPts val="600"/>
              </a:spcAft>
              <a:defRPr sz="1600"/>
            </a:pPr>
            <a:r>
              <a:t>• Şifreli veri saklama</a:t>
            </a:r>
          </a:p>
          <a:p>
            <a:pPr>
              <a:spcAft>
                <a:spcPts val="600"/>
              </a:spcAft>
              <a:defRPr sz="1600"/>
            </a:pPr>
            <a:r>
              <a:t>• OTP doğrulama (Telegram)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⚡ PERFORMANS:</a:t>
            </a:r>
          </a:p>
          <a:p>
            <a:pPr>
              <a:spcAft>
                <a:spcPts val="600"/>
              </a:spcAft>
              <a:defRPr sz="1600"/>
            </a:pPr>
            <a:r>
              <a:t>• Optimize edilmiş sorgular</a:t>
            </a:r>
          </a:p>
          <a:p>
            <a:pPr>
              <a:spcAft>
                <a:spcPts val="600"/>
              </a:spcAft>
              <a:defRPr sz="1600"/>
            </a:pPr>
            <a:r>
              <a:t>• Database indexing</a:t>
            </a:r>
          </a:p>
          <a:p>
            <a:pPr>
              <a:spcAft>
                <a:spcPts val="600"/>
              </a:spcAft>
              <a:defRPr sz="1600"/>
            </a:pPr>
            <a:r>
              <a:t>• Lazy loading</a:t>
            </a:r>
          </a:p>
          <a:p>
            <a:pPr>
              <a:spcAft>
                <a:spcPts val="600"/>
              </a:spcAft>
              <a:defRPr sz="1600"/>
            </a:pPr>
            <a:r>
              <a:t>• Code splitting</a:t>
            </a:r>
          </a:p>
          <a:p>
            <a:pPr>
              <a:spcAft>
                <a:spcPts val="600"/>
              </a:spcAft>
              <a:defRPr sz="1600"/>
            </a:pPr>
            <a:r>
              <a:t>• Caching stratejileri</a:t>
            </a:r>
          </a:p>
          <a:p>
            <a:pPr>
              <a:spcAft>
                <a:spcPts val="600"/>
              </a:spcAft>
              <a:defRPr sz="1600"/>
            </a:pPr>
            <a:r>
              <a:t>• Real-time dashboard</a:t>
            </a:r>
          </a:p>
          <a:p>
            <a:pPr>
              <a:spcAft>
                <a:spcPts val="600"/>
              </a:spcAft>
              <a:defRPr sz="1600"/>
            </a:pPr>
            <a:r>
              <a:t>• &lt;500ms response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VERİTABANI YAPISI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40+ TABLO: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users, roles, sites, blocks, apartments, dues, payments,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announcements, messages, packages, tickets, visitor_requests,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tasks, voting, expenses, incomes, notifications...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İLİŞKİLER: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One-to-Many: Site → Blocks → Apartments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Many-to-Many: Users ↔ Roles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Soft Delete: is_deleted flag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Audit: created_at, updated_at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MOBİL UYGULAMA ÖZELLİKLERİ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📱 PLATFORM: iOS ve Android (React Native + Expo)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✨ ÖZELLİKLER: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Modern ve kullanıcı dostu arayüz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Push notification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Kamera entegrasyonu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Interaktif grafikler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Offline mode desteği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Real-time senkronizasyon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Çoklu dil desteği (TR/EN)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WEB YÖNETİM PANELİ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👨‍💼 ADMIN PANELİ:</a:t>
            </a:r>
          </a:p>
          <a:p>
            <a:pPr>
              <a:spcAft>
                <a:spcPts val="600"/>
              </a:spcAft>
              <a:defRPr sz="1600"/>
            </a:pPr>
            <a:r>
              <a:t>• Detaylı Dashboard</a:t>
            </a:r>
          </a:p>
          <a:p>
            <a:pPr>
              <a:spcAft>
                <a:spcPts val="600"/>
              </a:spcAft>
              <a:defRPr sz="1600"/>
            </a:pPr>
            <a:r>
              <a:t>• Sakin Yönetimi</a:t>
            </a:r>
          </a:p>
          <a:p>
            <a:pPr>
              <a:spcAft>
                <a:spcPts val="600"/>
              </a:spcAft>
              <a:defRPr sz="1600"/>
            </a:pPr>
            <a:r>
              <a:t>• Finansal Yönetim</a:t>
            </a:r>
          </a:p>
          <a:p>
            <a:pPr>
              <a:spcAft>
                <a:spcPts val="600"/>
              </a:spcAft>
              <a:defRPr sz="1600"/>
            </a:pPr>
            <a:r>
              <a:t>• Duyuru Yönetimi</a:t>
            </a:r>
          </a:p>
          <a:p>
            <a:pPr>
              <a:spcAft>
                <a:spcPts val="600"/>
              </a:spcAft>
              <a:defRPr sz="1600"/>
            </a:pPr>
            <a:r>
              <a:t>• Paket Yönetimi</a:t>
            </a:r>
          </a:p>
          <a:p>
            <a:pPr>
              <a:spcAft>
                <a:spcPts val="600"/>
              </a:spcAft>
              <a:defRPr sz="1600"/>
            </a:pPr>
            <a:r>
              <a:t>• Arıza/Talep Yönetimi</a:t>
            </a:r>
          </a:p>
          <a:p>
            <a:pPr>
              <a:spcAft>
                <a:spcPts val="600"/>
              </a:spcAft>
              <a:defRPr sz="1600"/>
            </a:pPr>
            <a:r>
              <a:t>• Raporlama ve Analitik</a:t>
            </a:r>
          </a:p>
          <a:p>
            <a:pPr>
              <a:spcAft>
                <a:spcPts val="600"/>
              </a:spcAft>
              <a:defRPr sz="1600"/>
            </a:pPr>
            <a:r>
              <a:t>• Site Ayarları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👑 SÜPER ADMIN:</a:t>
            </a:r>
          </a:p>
          <a:p>
            <a:pPr>
              <a:spcAft>
                <a:spcPts val="600"/>
              </a:spcAft>
              <a:defRPr sz="1600"/>
            </a:pPr>
            <a:r>
              <a:t>• Çoklu Site Yönetimi</a:t>
            </a:r>
          </a:p>
          <a:p>
            <a:pPr>
              <a:spcAft>
                <a:spcPts val="600"/>
              </a:spcAft>
              <a:defRPr sz="1600"/>
            </a:pPr>
            <a:r>
              <a:t>• Site Ekleme/Düzenleme</a:t>
            </a:r>
          </a:p>
          <a:p>
            <a:pPr>
              <a:spcAft>
                <a:spcPts val="600"/>
              </a:spcAft>
              <a:defRPr sz="1600"/>
            </a:pPr>
            <a:r>
              <a:t>• Sistem İstatistikleri</a:t>
            </a:r>
          </a:p>
          <a:p>
            <a:pPr>
              <a:spcAft>
                <a:spcPts val="600"/>
              </a:spcAft>
              <a:defRPr sz="1600"/>
            </a:pPr>
            <a:r>
              <a:t>• Toplu Mesajlaşma</a:t>
            </a:r>
          </a:p>
          <a:p>
            <a:pPr>
              <a:spcAft>
                <a:spcPts val="600"/>
              </a:spcAft>
              <a:defRPr sz="1600"/>
            </a:pPr>
            <a:r>
              <a:t>• Performans Analizi</a:t>
            </a:r>
          </a:p>
          <a:p>
            <a:pPr>
              <a:spcAft>
                <a:spcPts val="600"/>
              </a:spcAft>
              <a:defRPr sz="1600"/>
            </a:pPr>
            <a:r>
              <a:t>• Tüm Kullanıcılar</a:t>
            </a:r>
          </a:p>
          <a:p>
            <a:pPr>
              <a:spcAft>
                <a:spcPts val="600"/>
              </a:spcAft>
              <a:defRPr sz="1600"/>
            </a:pPr>
            <a:r>
              <a:t>• Sistem Ayarları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 İSTATİSTİKLERİ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📝 KOD İSTATİSTİKLERİ:</a:t>
            </a:r>
          </a:p>
          <a:p>
            <a:pPr>
              <a:spcAft>
                <a:spcPts val="600"/>
              </a:spcAft>
              <a:defRPr sz="1600"/>
            </a:pPr>
            <a:r>
              <a:t>• 40+ Veritabanı Tablosu</a:t>
            </a:r>
          </a:p>
          <a:p>
            <a:pPr>
              <a:spcAft>
                <a:spcPts val="600"/>
              </a:spcAft>
              <a:defRPr sz="1600"/>
            </a:pPr>
            <a:r>
              <a:t>• 50+ API Endpoint</a:t>
            </a:r>
          </a:p>
          <a:p>
            <a:pPr>
              <a:spcAft>
                <a:spcPts val="600"/>
              </a:spcAft>
              <a:defRPr sz="1600"/>
            </a:pPr>
            <a:r>
              <a:t>• 30+ Mobil Ekran</a:t>
            </a:r>
          </a:p>
          <a:p>
            <a:pPr>
              <a:spcAft>
                <a:spcPts val="600"/>
              </a:spcAft>
              <a:defRPr sz="1600"/>
            </a:pPr>
            <a:r>
              <a:t>• 25+ Web Sayfası</a:t>
            </a:r>
          </a:p>
          <a:p>
            <a:pPr>
              <a:spcAft>
                <a:spcPts val="600"/>
              </a:spcAft>
              <a:defRPr sz="1600"/>
            </a:pPr>
            <a:r>
              <a:t>• 5 Kullanıcı Rolü</a:t>
            </a:r>
          </a:p>
          <a:p>
            <a:pPr>
              <a:spcAft>
                <a:spcPts val="600"/>
              </a:spcAft>
              <a:defRPr sz="1600"/>
            </a:pPr>
            <a:r>
              <a:t>• 15+ Ana Modül</a:t>
            </a:r>
          </a:p>
          <a:p>
            <a:pPr>
              <a:spcAft>
                <a:spcPts val="600"/>
              </a:spcAft>
              <a:defRPr sz="1600"/>
            </a:pPr>
            <a:r>
              <a:t>• 2 Dil Desteği (TR/EN)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🧪 TEST VERİLERİ:</a:t>
            </a:r>
          </a:p>
          <a:p>
            <a:pPr>
              <a:spcAft>
                <a:spcPts val="600"/>
              </a:spcAft>
              <a:defRPr sz="1600"/>
            </a:pPr>
            <a:r>
              <a:t>• 400+ Test Kullanıcısı</a:t>
            </a:r>
          </a:p>
          <a:p>
            <a:pPr>
              <a:spcAft>
                <a:spcPts val="600"/>
              </a:spcAft>
              <a:defRPr sz="1600"/>
            </a:pPr>
            <a:r>
              <a:t>• 5 Farklı Site</a:t>
            </a:r>
          </a:p>
          <a:p>
            <a:pPr>
              <a:spcAft>
                <a:spcPts val="600"/>
              </a:spcAft>
              <a:defRPr sz="1600"/>
            </a:pPr>
            <a:r>
              <a:t>• 150+ Daire</a:t>
            </a:r>
          </a:p>
          <a:p>
            <a:pPr>
              <a:spcAft>
                <a:spcPts val="600"/>
              </a:spcAft>
              <a:defRPr sz="1600"/>
            </a:pPr>
            <a:r>
              <a:t>• Test Paketleri</a:t>
            </a:r>
          </a:p>
          <a:p>
            <a:pPr>
              <a:spcAft>
                <a:spcPts val="600"/>
              </a:spcAft>
              <a:defRPr sz="1600"/>
            </a:pPr>
            <a:r>
              <a:t>• Finansal Veriler</a:t>
            </a:r>
          </a:p>
          <a:p>
            <a:pPr>
              <a:spcAft>
                <a:spcPts val="600"/>
              </a:spcAft>
              <a:defRPr sz="1600"/>
            </a:pPr>
            <a:r>
              <a:t>• Görev Atamaları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KARŞILAŞILAN ZORLUKLAR VE ÇÖZÜMLER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1️⃣ Çoklu Site İzolasyonu → Site bazlı veri filtreleme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2️⃣ Rol Bazlı Yetkilendirme → Spring Security + Custom Auth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3️⃣ Real-time Bildirimler → Firebase Cloud Messaging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4️⃣ AI Entegrasyonu → Google Gemini Vision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5️⃣ Performans Optimizasyonu → Indexing, caching, query optimization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TEST VE DOĞRULAMA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🧪 TEST SÜREÇLERİ:</a:t>
            </a:r>
          </a:p>
          <a:p>
            <a:pPr>
              <a:spcAft>
                <a:spcPts val="600"/>
              </a:spcAft>
              <a:defRPr sz="1600"/>
            </a:pPr>
            <a:r>
              <a:t>• Unit Testing</a:t>
            </a:r>
          </a:p>
          <a:p>
            <a:pPr>
              <a:spcAft>
                <a:spcPts val="600"/>
              </a:spcAft>
              <a:defRPr sz="1600"/>
            </a:pPr>
            <a:r>
              <a:t>• Integration Testing</a:t>
            </a:r>
          </a:p>
          <a:p>
            <a:pPr>
              <a:spcAft>
                <a:spcPts val="600"/>
              </a:spcAft>
              <a:defRPr sz="1600"/>
            </a:pPr>
            <a:r>
              <a:t>• API Testing (Postman)</a:t>
            </a:r>
          </a:p>
          <a:p>
            <a:pPr>
              <a:spcAft>
                <a:spcPts val="600"/>
              </a:spcAft>
              <a:defRPr sz="1600"/>
            </a:pPr>
            <a:r>
              <a:t>• UI/UX Testing</a:t>
            </a:r>
          </a:p>
          <a:p>
            <a:pPr>
              <a:spcAft>
                <a:spcPts val="600"/>
              </a:spcAft>
              <a:defRPr sz="1600"/>
            </a:pPr>
            <a:r>
              <a:t>• Security Testing</a:t>
            </a:r>
          </a:p>
          <a:p>
            <a:pPr>
              <a:spcAft>
                <a:spcPts val="600"/>
              </a:spcAft>
              <a:defRPr sz="1600"/>
            </a:pPr>
            <a:r>
              <a:t>• Performance Testing</a:t>
            </a:r>
          </a:p>
          <a:p>
            <a:pPr>
              <a:spcAft>
                <a:spcPts val="600"/>
              </a:spcAft>
              <a:defRPr sz="1600"/>
            </a:pPr>
            <a:r>
              <a:t>• User Acceptance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✅ TEST SONUÇLARI:</a:t>
            </a:r>
          </a:p>
          <a:p>
            <a:pPr>
              <a:spcAft>
                <a:spcPts val="600"/>
              </a:spcAft>
              <a:defRPr sz="1600"/>
            </a:pPr>
            <a:r>
              <a:t>• %95+ API Success Rate</a:t>
            </a:r>
          </a:p>
          <a:p>
            <a:pPr>
              <a:spcAft>
                <a:spcPts val="600"/>
              </a:spcAft>
              <a:defRPr sz="1600"/>
            </a:pPr>
            <a:r>
              <a:t>• &lt;500ms Response Time</a:t>
            </a:r>
          </a:p>
          <a:p>
            <a:pPr>
              <a:spcAft>
                <a:spcPts val="600"/>
              </a:spcAft>
              <a:defRPr sz="1600"/>
            </a:pPr>
            <a:r>
              <a:t>• Güvenlik Açığı: 0</a:t>
            </a:r>
          </a:p>
          <a:p>
            <a:pPr>
              <a:spcAft>
                <a:spcPts val="600"/>
              </a:spcAft>
              <a:defRPr sz="1600"/>
            </a:pPr>
            <a:r>
              <a:t>• Mobil Crash Rate: &lt;1%</a:t>
            </a:r>
          </a:p>
          <a:p>
            <a:pPr>
              <a:spcAft>
                <a:spcPts val="600"/>
              </a:spcAft>
              <a:defRPr sz="1600"/>
            </a:pPr>
            <a:r>
              <a:t>• Tüm Kritik Özellikler OK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GELECEK PLANLAR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KISA VADELİ (3-6 ay):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iOS App Store | Chatbot | Gelişmiş analitik | SMS bildirimleri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ORTA VADELİ (6-12 ay):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Kurumsal paket | Multi-language | Tablet | 3. parti entegrasyonlar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UZUN VADELİ (1-2 yıl):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Uluslararası pazar | IoT entegrasyonu | Blockchain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✅ BAŞARILAR:</a:t>
            </a:r>
          </a:p>
          <a:p>
            <a:pPr>
              <a:spcAft>
                <a:spcPts val="600"/>
              </a:spcAft>
              <a:defRPr sz="1600"/>
            </a:pPr>
            <a:r>
              <a:t>• 3 platform tamamlandı</a:t>
            </a:r>
          </a:p>
          <a:p>
            <a:pPr>
              <a:spcAft>
                <a:spcPts val="600"/>
              </a:spcAft>
              <a:defRPr sz="1600"/>
            </a:pPr>
            <a:r>
              <a:t>• 15+ modül çalışıyor</a:t>
            </a:r>
          </a:p>
          <a:p>
            <a:pPr>
              <a:spcAft>
                <a:spcPts val="600"/>
              </a:spcAft>
              <a:defRPr sz="1600"/>
            </a:pPr>
            <a:r>
              <a:t>• Modern teknoloji yığını</a:t>
            </a:r>
          </a:p>
          <a:p>
            <a:pPr>
              <a:spcAft>
                <a:spcPts val="600"/>
              </a:spcAft>
              <a:defRPr sz="1600"/>
            </a:pPr>
            <a:r>
              <a:t>• Güvenli mimari</a:t>
            </a:r>
          </a:p>
          <a:p>
            <a:pPr>
              <a:spcAft>
                <a:spcPts val="600"/>
              </a:spcAft>
              <a:defRPr sz="1600"/>
            </a:pPr>
            <a:r>
              <a:t>• Kullanıcı dostu arayüz</a:t>
            </a:r>
          </a:p>
          <a:p>
            <a:pPr>
              <a:spcAft>
                <a:spcPts val="600"/>
              </a:spcAft>
              <a:defRPr sz="1600"/>
            </a:pPr>
            <a:r>
              <a:t>• AI entegrasyonu başarılı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📚 ÖĞRENİLENLER:</a:t>
            </a:r>
          </a:p>
          <a:p>
            <a:pPr>
              <a:spcAft>
                <a:spcPts val="600"/>
              </a:spcAft>
              <a:defRPr sz="1600"/>
            </a:pPr>
            <a:r>
              <a:t>• Full-stack development</a:t>
            </a:r>
          </a:p>
          <a:p>
            <a:pPr>
              <a:spcAft>
                <a:spcPts val="600"/>
              </a:spcAft>
              <a:defRPr sz="1600"/>
            </a:pPr>
            <a:r>
              <a:t>• Microservices mimarisi</a:t>
            </a:r>
          </a:p>
          <a:p>
            <a:pPr>
              <a:spcAft>
                <a:spcPts val="600"/>
              </a:spcAft>
              <a:defRPr sz="1600"/>
            </a:pPr>
            <a:r>
              <a:t>• Güvenlik best practices</a:t>
            </a:r>
          </a:p>
          <a:p>
            <a:pPr>
              <a:spcAft>
                <a:spcPts val="600"/>
              </a:spcAft>
              <a:defRPr sz="1600"/>
            </a:pPr>
            <a:r>
              <a:t>• Cross-platform dev</a:t>
            </a:r>
          </a:p>
          <a:p>
            <a:pPr>
              <a:spcAft>
                <a:spcPts val="600"/>
              </a:spcAft>
              <a:defRPr sz="1600"/>
            </a:pPr>
            <a:r>
              <a:t>• AI/ML entegrasyonu</a:t>
            </a:r>
          </a:p>
          <a:p>
            <a:pPr>
              <a:spcAft>
                <a:spcPts val="600"/>
              </a:spcAft>
              <a:defRPr sz="1600"/>
            </a:pPr>
            <a:r>
              <a:t>• Proje yönetimi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Dinlediğiniz için teşekkür ederim!</a:t>
            </a:r>
          </a:p>
          <a:p/>
          <a:p>
            <a:r>
              <a:t>Sorularınızı yanıtlamaktan mutluluk duyarım.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